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Don't Know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Post"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with Automation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3520440"/>
            <a:ext cx="4114800" cy="36576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6576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Thomas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Strategist &amp; Educator  ·  n8n Community Ambassador  ·  Miro Hero Ambassador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Founder, People in the Loop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457200"/>
            <a:ext cx="2834640" cy="4297680"/>
          </a:xfrm>
          <a:prstGeom prst="rect">
            <a:avLst/>
          </a:prstGeom>
          <a:solidFill>
            <a:srgbClr val="161616"/>
          </a:solidFill>
          <a:ln w="19050">
            <a:solidFill>
              <a:srgbClr val="EA4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658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Meetup Atlanta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078992"/>
            <a:ext cx="256032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234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 SESSION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72200" y="162763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22,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20299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5:30 – 8:30 PM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24323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ATDC  ·  Atlanta, GA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2944368"/>
            <a:ext cx="256032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0" descr="/sessions/inspiring-peaceful-bohr/mnt/Ambassador Hub/n8n_0422/PITL-Logo-horizont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2" y="3127248"/>
            <a:ext cx="2377440" cy="5212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peopleintheloop.app/n8n_0422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3200400" cy="3200400"/>
          </a:xfrm>
          <a:prstGeom prst="rect">
            <a:avLst/>
          </a:prstGeom>
          <a:solidFill>
            <a:srgbClr val="161616"/>
          </a:solidFill>
          <a:ln w="19050">
            <a:solidFill>
              <a:srgbClr val="EA4B25"/>
            </a:solidFill>
            <a:prstDash val="solid"/>
          </a:ln>
        </p:spPr>
      </p:sp>
      <p:pic>
        <p:nvPicPr>
          <p:cNvPr id="4" name="Image 0" descr="/sessions/inspiring-peaceful-bohr/mnt/Ambassador Hub/n8n_0422/nina-headsho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365760"/>
            <a:ext cx="32004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67588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ninathomas.ai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840480" y="457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Thomas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840480" y="1115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Strategist &amp; Educator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0480" y="1481328"/>
            <a:ext cx="4846320" cy="36576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15727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Community Ambassador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 Hero Ambassador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0" y="21762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Founder, People in the Loop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0" y="247802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years in IT and project management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40480" y="277977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years in Brand Marketing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0480" y="30815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Atlanta, GA (Smyrna)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40480" y="3520440"/>
            <a:ext cx="4846320" cy="36576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0" y="36576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teaches people to build automations that work while they sleep.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Tonight, you're going to do exactly that.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840480" y="457200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linkedin.com/in/ninathomas</a:t>
            </a:r>
            <a:endParaRPr lang="en-US" sz="1100" dirty="0"/>
          </a:p>
        </p:txBody>
      </p:sp>
      <p:pic>
        <p:nvPicPr>
          <p:cNvPr id="18" name="Image 1" descr="/sessions/inspiring-peaceful-bohr/mnt/Ambassador Hub/n8n_0422/pitl-fav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17720"/>
            <a:ext cx="292608" cy="29260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peopleintheloop.app  ·  n8n Meetup Atlanta  ·  April 22,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YOUR DEMO BRAND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Peaches 404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Atlanta restaurant where everything has peaches in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4114800" cy="54864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Playful, Southern, unapologetically Atlanta.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8620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Everything is better with peaches. They will tell you why.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3009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Farm-to-table storytelling. Proud of their Georgia suppliers.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73989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Never takes itself too seriously. Every post is Instagrammable.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874520"/>
            <a:ext cx="3886200" cy="2651760"/>
          </a:xfrm>
          <a:prstGeom prst="rect">
            <a:avLst/>
          </a:prstGeom>
          <a:solidFill>
            <a:srgbClr val="0C0C0C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874520"/>
            <a:ext cx="3886200" cy="54864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965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395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Feed (UGA Peach Blog):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4B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site.extension.uga.edu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4B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/peaches/feed/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2552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URL: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456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...peaches/?feed=rss2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3785616"/>
            <a:ext cx="3566160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8953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Poll: Every Hour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2428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3 posts (IG, LinkedIn, X)</a:t>
            </a:r>
            <a:endParaRPr lang="en-US" sz="1200" dirty="0"/>
          </a:p>
        </p:txBody>
      </p:sp>
      <p:pic>
        <p:nvPicPr>
          <p:cNvPr id="23" name="Image 0" descr="/sessions/inspiring-peaceful-bohr/mnt/Ambassador Hub/n8n_0422/pitl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617720"/>
            <a:ext cx="292608" cy="29260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peopleintheloop.app  ·  n8n Meetup Atlanta  ·  April 22,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Need.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touch any nodes, confirm you have these.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36576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475488" cy="420624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8132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account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149961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free account at n8n.io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938528"/>
            <a:ext cx="8138160" cy="18288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21408"/>
            <a:ext cx="475488" cy="420624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21408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1396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API key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215798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console.anthropic.com -- setup steps on the next slide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596896"/>
            <a:ext cx="8138160" cy="18288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79776"/>
            <a:ext cx="475488" cy="420624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79776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279806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account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28163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Google account works -- we'll connect it in the next step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255264"/>
            <a:ext cx="8138160" cy="18288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438144"/>
            <a:ext cx="475488" cy="420624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38144"/>
            <a:ext cx="4754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45643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feed URL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49040" y="34747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site.extension.uga.edu/peaches/feed/ (or use your own)</a:t>
            </a:r>
            <a:endParaRPr lang="en-US" sz="1200" dirty="0"/>
          </a:p>
        </p:txBody>
      </p:sp>
      <p:pic>
        <p:nvPicPr>
          <p:cNvPr id="25" name="Image 0" descr="/sessions/inspiring-peaceful-bohr/mnt/Ambassador Hub/n8n_0422/pitl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617720"/>
            <a:ext cx="292608" cy="29260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peopleintheloop.app  ·  n8n Meetup Atlanta  ·  April 22,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Your Credentials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things to connect. Do this before you add any nodes.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42416"/>
            <a:ext cx="3977640" cy="3749040"/>
          </a:xfrm>
          <a:prstGeom prst="rect">
            <a:avLst/>
          </a:prstGeom>
          <a:solidFill>
            <a:srgbClr val="161616"/>
          </a:solidFill>
          <a:ln w="19050">
            <a:solidFill>
              <a:srgbClr val="EA4B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API Key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47472" cy="29260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7276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5910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console.anthropic.com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956816"/>
            <a:ext cx="347472" cy="29260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5681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1975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or log 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40864"/>
            <a:ext cx="347472" cy="29260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34086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359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API Keys → Create Key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2724912"/>
            <a:ext cx="347472" cy="29260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2491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key (starts with sk-ant-...)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108960"/>
            <a:ext cx="347472" cy="29260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10896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127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n8n: Credentials → New → Anthropic API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493008"/>
            <a:ext cx="347472" cy="29260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49300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5112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key → Save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904488"/>
            <a:ext cx="3703320" cy="694944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950208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to Anthropic? Free credits on signup -- enough for dozens of test runs.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042416"/>
            <a:ext cx="3977640" cy="3749040"/>
          </a:xfrm>
          <a:prstGeom prst="rect">
            <a:avLst/>
          </a:prstGeom>
          <a:solidFill>
            <a:srgbClr val="161616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/ Google OAuth2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919472" y="1572768"/>
            <a:ext cx="347472" cy="2926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57276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58384" y="15910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Gmail node to your canvas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19472" y="1956816"/>
            <a:ext cx="347472" cy="2926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195681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58384" y="1975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Credential → Create New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19472" y="2340864"/>
            <a:ext cx="347472" cy="2926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234086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58384" y="2359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Gmail OAuth2 API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19472" y="2724912"/>
            <a:ext cx="347472" cy="2926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272491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58384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Connect My Account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19472" y="3108960"/>
            <a:ext cx="347472" cy="2926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310896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58384" y="3127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to Google → Allow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19472" y="3493008"/>
            <a:ext cx="347472" cy="2926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349300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58384" y="35112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dialog → credential saved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919472" y="3904488"/>
            <a:ext cx="3703320" cy="694944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3950208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Google account works -- personal or work Gmail.</a:t>
            </a:r>
            <a:endParaRPr lang="en-US" sz="1000" dirty="0"/>
          </a:p>
        </p:txBody>
      </p:sp>
      <p:pic>
        <p:nvPicPr>
          <p:cNvPr id="49" name="Image 0" descr="/sessions/inspiring-peaceful-bohr/mnt/Ambassador Hub/n8n_0422/pitl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61772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pic>
        <p:nvPicPr>
          <p:cNvPr id="4" name="Image 0" descr="/sessions/inspiring-peaceful-bohr/mnt/Ambassador Hub/n8n_0422/pitl-favicon-white-180x180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120640" y="365760"/>
            <a:ext cx="38404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914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Build.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02920" y="18745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1.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02920" y="27432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feed in. Social posts out. Automatic.</a:t>
            </a:r>
            <a:endParaRPr lang="en-US" sz="1800" dirty="0"/>
          </a:p>
        </p:txBody>
      </p:sp>
      <p:pic>
        <p:nvPicPr>
          <p:cNvPr id="8" name="Image 1" descr="/sessions/inspiring-peaceful-bohr/mnt/Ambassador Hub/n8n_0422/pitl-favicon-white-180x1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1772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41148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82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Build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82296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822960"/>
            <a:ext cx="260604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005840"/>
            <a:ext cx="457200" cy="457200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005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 Feed Trigger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n8n-nodes-base.rssFeedReadTrigger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2331720" cy="36576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1168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RSS feed URL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poll time to Every Hour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automatically every time a new article publishes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2331720" cy="594360"/>
          </a:xfrm>
          <a:prstGeom prst="rect">
            <a:avLst/>
          </a:prstGeom>
          <a:solidFill>
            <a:srgbClr val="FFF3EF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6499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UGA Peach Blog: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site.extension.uga.edu/peaches/feed/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82296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822960"/>
            <a:ext cx="260604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005840"/>
            <a:ext cx="457200" cy="457200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86200" y="1005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Social Posts (Claude)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@n8n/n8n-nodes-langchain.chainLlm + lmChatAnthropic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1920240"/>
            <a:ext cx="2331720" cy="36576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01168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nodes: Chain + Claude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uses {{ $json.title }} and {{ $json.contentSnippet }}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Instagram, LinkedIn, and X posts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37560" y="3337560"/>
            <a:ext cx="2331720" cy="594360"/>
          </a:xfrm>
          <a:prstGeom prst="rect">
            <a:avLst/>
          </a:prstGeom>
          <a:solidFill>
            <a:srgbClr val="FFF3EF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36499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Connect your Anthropic API key to the Claude Model node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89320" y="82296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89320" y="822960"/>
            <a:ext cx="260604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1005840"/>
            <a:ext cx="457200" cy="457200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1005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Content Email (Gmail)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2648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n8n-nodes-base.gmail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1920240"/>
            <a:ext cx="2331720" cy="36576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01168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Operation: Send Message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sendTo: your email address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includes article title as variable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renders the posts Claude wrote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3337560"/>
            <a:ext cx="2331720" cy="594360"/>
          </a:xfrm>
          <a:prstGeom prst="rect">
            <a:avLst/>
          </a:prstGeom>
          <a:solidFill>
            <a:srgbClr val="FFF3EF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36499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Connect Gmail OAuth2. Update the sendTo email before testing.</a:t>
            </a:r>
            <a:endParaRPr lang="en-US" sz="1000" dirty="0"/>
          </a:p>
        </p:txBody>
      </p:sp>
      <p:pic>
        <p:nvPicPr>
          <p:cNvPr id="36" name="Image 0" descr="/sessions/inspiring-peaceful-bohr/mnt/Ambassador Hub/n8n_0422/pitl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617720"/>
            <a:ext cx="292608" cy="29260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peopleintheloop.app  ·  n8n Meetup Atlanta  ·  April 22,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Use Claude in n8n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with the Chain Node tonight. Here's how they compare.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794760" cy="3566160"/>
          </a:xfrm>
          <a:prstGeom prst="rect">
            <a:avLst/>
          </a:prstGeom>
          <a:solidFill>
            <a:srgbClr val="161616"/>
          </a:solidFill>
          <a:ln w="25400">
            <a:solidFill>
              <a:srgbClr val="EA4B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379476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207008"/>
            <a:ext cx="1371600" cy="310896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0700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NODE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1316736"/>
            <a:ext cx="2011680" cy="1280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252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TONIGHT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6642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→ Claude writes →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2011680"/>
            <a:ext cx="3474720" cy="274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2140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input-output cycle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46888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 between runs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8163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tool calls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16382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-- same prompt, same 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to build and easy to debug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858768"/>
            <a:ext cx="347472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9534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content generation, summarization, formatting. Anything with a clear input and a clean output.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051560"/>
            <a:ext cx="3794760" cy="3566160"/>
          </a:xfrm>
          <a:prstGeom prst="rect">
            <a:avLst/>
          </a:prstGeom>
          <a:solidFill>
            <a:srgbClr val="161616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051560"/>
            <a:ext cx="3794760" cy="7315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02352" y="1207008"/>
            <a:ext cx="1371600" cy="310896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120700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NODE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47104" y="12527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POSSIBLE NEXT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02352" y="16642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→ Claude thinks → Claude acts → Output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02352" y="2011680"/>
            <a:ext cx="3474720" cy="2743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212140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until task is complete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02352" y="246888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memory across steps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02352" y="28163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tools (search, APIs, code)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02352" y="316382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-- changes plan as needed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02352" y="35112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</a:t>
            </a:r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complex to build and tune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02352" y="3858768"/>
            <a:ext cx="347472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389534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research, triage, multi-step decisions, anything that needs reasoning before acting.</a:t>
            </a:r>
            <a:endParaRPr lang="en-US" sz="1000" dirty="0"/>
          </a:p>
        </p:txBody>
      </p:sp>
      <p:pic>
        <p:nvPicPr>
          <p:cNvPr id="34" name="Image 0" descr="/sessions/inspiring-peaceful-bohr/mnt/Ambassador Hub/n8n_0422/pitl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617720"/>
            <a:ext cx="292608" cy="292608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peopleintheloop.app  ·  n8n Meetup Atlanta  ·  April 22,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pic>
        <p:nvPicPr>
          <p:cNvPr id="4" name="Image 0" descr="/sessions/inspiring-peaceful-bohr/mnt/Ambassador Hub/n8n_0422/pitl-favicon-white-180x180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120640" y="365760"/>
            <a:ext cx="38404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914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Build.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0292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2.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160520" y="18745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Voice.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changes in the Claude Model node.</a:t>
            </a:r>
            <a:endParaRPr lang="en-US" sz="1800" dirty="0"/>
          </a:p>
        </p:txBody>
      </p:sp>
      <p:pic>
        <p:nvPicPr>
          <p:cNvPr id="9" name="Image 1" descr="/sessions/inspiring-peaceful-bohr/mnt/Ambassador Hub/n8n_0422/pitl-favicon-white-180x1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461772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463040" cy="411480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03120" y="182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Upgrade: Brand Voice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changes.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3977640" cy="2606040"/>
          </a:xfrm>
          <a:prstGeom prst="rect">
            <a:avLst/>
          </a:prstGeom>
          <a:solidFill>
            <a:srgbClr val="F7F7F7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53312"/>
            <a:ext cx="3977640" cy="54864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630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1 -- Claude Model node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system prompt.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176272"/>
            <a:ext cx="3657600" cy="27432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67712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is a blank slate.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writes like a generic content tool.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Technically correct. Not distinctly you.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34840" y="239572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754880" y="1353312"/>
            <a:ext cx="3977640" cy="2606040"/>
          </a:xfrm>
          <a:prstGeom prst="rect">
            <a:avLst/>
          </a:prstGeom>
          <a:solidFill>
            <a:srgbClr val="161616"/>
          </a:solidFill>
          <a:ln w="19050">
            <a:solidFill>
              <a:srgbClr val="EA4B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353312"/>
            <a:ext cx="3977640" cy="54864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4630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2 -- Claude Model node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18470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4B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message = your brand voice.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9472" y="2176272"/>
            <a:ext cx="3657600" cy="274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267712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knows who you are.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writes with your tone, your rules, your voice.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that sound unmistakably like you.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4114800"/>
            <a:ext cx="8321040" cy="658368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114800"/>
            <a:ext cx="8092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add it: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Model node </a:t>
            </a:r>
            <a:pPr indent="0" marL="0">
              <a:buNone/>
            </a:pPr>
            <a:r>
              <a:rPr lang="en-US" sz="13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System Message field </a:t>
            </a:r>
            <a:pPr indent="0" marL="0">
              <a:buNone/>
            </a:pPr>
            <a:r>
              <a:rPr lang="en-US" sz="13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paste your completed brand voice prompt</a:t>
            </a:r>
            <a:endParaRPr lang="en-US" sz="1300" dirty="0"/>
          </a:p>
        </p:txBody>
      </p:sp>
      <p:pic>
        <p:nvPicPr>
          <p:cNvPr id="22" name="Image 0" descr="/sessions/inspiring-peaceful-bohr/mnt/Ambassador Hub/n8n_0422/pitl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617720"/>
            <a:ext cx="292608" cy="29260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peopleintheloop.app  ·  n8n Meetup Atlanta  ·  April 22,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Brand Voice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it out once. Paste it into the Claude node. Every post sounds like you from that point 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54864" cy="1463040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98448"/>
            <a:ext cx="457200" cy="38404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2984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 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Role, background, years of experience.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specific. 2-3 sentences.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54864" cy="1463040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298448"/>
            <a:ext cx="457200" cy="38404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984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86200" y="12984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Audience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810512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reads your content, their goals,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level of sophistication.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11887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188720"/>
            <a:ext cx="54864" cy="1463040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298448"/>
            <a:ext cx="457200" cy="38404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2984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2984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Tone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1810512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direct, funny, formal, casual?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how you actually sound.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27889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788920"/>
            <a:ext cx="54864" cy="1463040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898648"/>
            <a:ext cx="457200" cy="38404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8986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28986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I Use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410712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 phrases that are distinctly yours.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language you return to.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0" y="27889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788920"/>
            <a:ext cx="54864" cy="1463040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2898648"/>
            <a:ext cx="457200" cy="38404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28986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86200" y="28986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I Avoid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37560" y="3410712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off-brand or off-limits.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Jargon you hate. Tropes you avoid.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89320" y="278892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89320" y="2788920"/>
            <a:ext cx="54864" cy="1463040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898648"/>
            <a:ext cx="457200" cy="38404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28986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75120" y="28986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Posts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26480" y="3410712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1-3 real posts you love.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most powerful field.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5720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claude-brand-voice-prompt.md   ·   available at peopleintheloop.app/n8n_0422   ·   fill every field in brackets before pasting</a:t>
            </a:r>
            <a:endParaRPr lang="en-US" sz="1100" dirty="0"/>
          </a:p>
        </p:txBody>
      </p:sp>
      <p:pic>
        <p:nvPicPr>
          <p:cNvPr id="43" name="Image 0" descr="/sessions/inspiring-peaceful-bohr/mnt/Ambassador Hub/n8n_0422/pitl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61772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Tool for Which Job?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use Claude. The choice is about triggers, integrations, and how much reasoning you need.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77824"/>
            <a:ext cx="1600200" cy="475488"/>
          </a:xfrm>
          <a:prstGeom prst="rect">
            <a:avLst/>
          </a:prstGeom>
          <a:solidFill>
            <a:srgbClr val="33333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877824"/>
            <a:ext cx="1691640" cy="475488"/>
          </a:xfrm>
          <a:prstGeom prst="rect">
            <a:avLst/>
          </a:prstGeom>
          <a:solidFill>
            <a:srgbClr val="EA4B2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877824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877824"/>
            <a:ext cx="1691640" cy="475488"/>
          </a:xfrm>
          <a:prstGeom prst="rect">
            <a:avLst/>
          </a:prstGeom>
          <a:solidFill>
            <a:srgbClr val="3A3A3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877824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877824"/>
            <a:ext cx="1691640" cy="475488"/>
          </a:xfrm>
          <a:prstGeom prst="rect">
            <a:avLst/>
          </a:prstGeom>
          <a:solidFill>
            <a:srgbClr val="3A3A3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877824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877824"/>
            <a:ext cx="1691640" cy="475488"/>
          </a:xfrm>
          <a:prstGeom prst="rect">
            <a:avLst/>
          </a:prstGeom>
          <a:solidFill>
            <a:srgbClr val="3A3A3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877824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353312"/>
            <a:ext cx="1600200" cy="566928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389888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as...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20240" y="1353312"/>
            <a:ext cx="1691640" cy="566928"/>
          </a:xfrm>
          <a:prstGeom prst="rect">
            <a:avLst/>
          </a:prstGeom>
          <a:solidFill>
            <a:srgbClr val="FFF3E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1389888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B2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scheduler that connects your apps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1353312"/>
            <a:ext cx="1691640" cy="566928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389888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scheduler with AI decision-making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1353312"/>
            <a:ext cx="1691640" cy="566928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389888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runner + IDE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32320" y="1353312"/>
            <a:ext cx="1691640" cy="566928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389888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teammate you delegate to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920240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956816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automatically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0240" y="1920240"/>
            <a:ext cx="1691640" cy="566928"/>
          </a:xfrm>
          <a:prstGeom prst="rect">
            <a:avLst/>
          </a:prstGeom>
          <a:solidFill>
            <a:srgbClr val="FFF3E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1956816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B2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-- set a schedule or respond to events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1920240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1956816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-- natural language triggers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94960" y="1920240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956816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external scheduler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132320" y="1920240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1956816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external trigger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487168"/>
            <a:ext cx="1600200" cy="566928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523744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 apps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0240" y="2487168"/>
            <a:ext cx="1691640" cy="566928"/>
          </a:xfrm>
          <a:prstGeom prst="rect">
            <a:avLst/>
          </a:prstGeom>
          <a:solidFill>
            <a:srgbClr val="FFF3E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0" y="2523744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B2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400+ native nodes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0" y="2487168"/>
            <a:ext cx="1691640" cy="566928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2523744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connector set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94960" y="2487168"/>
            <a:ext cx="1691640" cy="566928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2523744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you code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32320" y="2487168"/>
            <a:ext cx="1691640" cy="566928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2523744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Configured tools + MCPs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054096"/>
            <a:ext cx="1600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090672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Predictable?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920240" y="3054096"/>
            <a:ext cx="1691640" cy="566928"/>
          </a:xfrm>
          <a:prstGeom prst="rect">
            <a:avLst/>
          </a:prstGeom>
          <a:solidFill>
            <a:srgbClr val="FFF3E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0" y="309067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B2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-- every step visible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0" y="3054096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309067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-- reasons before acting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94960" y="3054096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309067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-- you write the logic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132320" y="3054096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23760" y="3090672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-- judgment calls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3621024"/>
            <a:ext cx="1600200" cy="566928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657600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920240" y="3621024"/>
            <a:ext cx="1691640" cy="566928"/>
          </a:xfrm>
          <a:prstGeom prst="rect">
            <a:avLst/>
          </a:prstGeom>
          <a:solidFill>
            <a:srgbClr val="FFF3E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1680" y="3657600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B2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pipelines, high volume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0" y="3621024"/>
            <a:ext cx="1691640" cy="566928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3657600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AI reasoning + enrichment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394960" y="3621024"/>
            <a:ext cx="1691640" cy="566928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0" y="3657600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One-off scripts, building tools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132320" y="3621024"/>
            <a:ext cx="1691640" cy="566928"/>
          </a:xfrm>
          <a:prstGeom prst="rect">
            <a:avLst/>
          </a:prstGeom>
          <a:solidFill>
            <a:srgbClr val="EE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23760" y="3657600"/>
            <a:ext cx="1554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decisions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4261104"/>
            <a:ext cx="8549640" cy="384048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26110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Tonight: n8n watches RSS → Claude writes posts → Gmail delivers. Automatic. Three services. Zero code.</a:t>
            </a:r>
            <a:endParaRPr lang="en-US" sz="1200" dirty="0"/>
          </a:p>
        </p:txBody>
      </p:sp>
      <p:pic>
        <p:nvPicPr>
          <p:cNvPr id="66" name="Image 0" descr="/sessions/inspiring-peaceful-bohr/mnt/Ambassador Hub/n8n_0422/pitl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617720"/>
            <a:ext cx="292608" cy="292608"/>
          </a:xfrm>
          <a:prstGeom prst="rect">
            <a:avLst/>
          </a:prstGeom>
        </p:spPr>
      </p:pic>
      <p:sp>
        <p:nvSpPr>
          <p:cNvPr id="67" name="Shape 64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peopleintheloop.app  ·  n8n Meetup Atlanta  ·  April 22,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4B25"/>
          </a:solidFill>
          <a:ln w="12700">
            <a:solidFill>
              <a:srgbClr val="EA4B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Walk Away With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60120" y="79552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Workflow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11978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level1-rss-to-email.json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4663440" cy="18288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64792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60120" y="1783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+ Brand Voice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18541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level2-brand-voice-rss-to-email.json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679192"/>
            <a:ext cx="4663440" cy="18288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52344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60120" y="27706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Voice Template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1729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claude-brand-voice-prompt.md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666744"/>
            <a:ext cx="4663440" cy="18288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739896"/>
            <a:ext cx="594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A4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60120" y="375818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Assistant Prompt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claude-skill.md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137160"/>
            <a:ext cx="36576" cy="4828032"/>
          </a:xfrm>
          <a:prstGeom prst="rect">
            <a:avLst/>
          </a:prstGeom>
          <a:solidFill>
            <a:srgbClr val="E0DBD4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6459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 Your Resources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40680" y="749808"/>
            <a:ext cx="338328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pic>
        <p:nvPicPr>
          <p:cNvPr id="22" name="Image 0" descr="/sessions/inspiring-peaceful-bohr/mnt/Ambassador Hub/n8n_0422/qr-n8n-04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841248"/>
            <a:ext cx="3200400" cy="32004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40680" y="42245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C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peopleintheloop.app/n8n_0422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40680" y="4617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in the Loop  ·  Atlanta, GA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Don't Know What to Post -- Fixed with Automation</dc:title>
  <dc:subject>PptxGenJS Presentation</dc:subject>
  <dc:creator>Nina Thomas</dc:creator>
  <cp:lastModifiedBy>Nina Thomas</cp:lastModifiedBy>
  <cp:revision>1</cp:revision>
  <dcterms:created xsi:type="dcterms:W3CDTF">2026-04-19T04:03:01Z</dcterms:created>
  <dcterms:modified xsi:type="dcterms:W3CDTF">2026-04-19T04:03:01Z</dcterms:modified>
</cp:coreProperties>
</file>